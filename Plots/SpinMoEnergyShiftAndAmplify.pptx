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62004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CEA"/>
    <a:srgbClr val="E3EEFF"/>
    <a:srgbClr val="FFD8CF"/>
    <a:srgbClr val="E75A3D"/>
    <a:srgbClr val="C54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6"/>
  </p:normalViewPr>
  <p:slideViewPr>
    <p:cSldViewPr snapToGrid="0">
      <p:cViewPr>
        <p:scale>
          <a:sx n="231" d="100"/>
          <a:sy n="231" d="100"/>
        </p:scale>
        <p:origin x="-14168" y="-2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1122363"/>
            <a:ext cx="1215032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3602038"/>
            <a:ext cx="1215032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17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364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709738"/>
            <a:ext cx="1397287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4589464"/>
            <a:ext cx="1397287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07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825625"/>
            <a:ext cx="688518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825625"/>
            <a:ext cx="688518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6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365126"/>
            <a:ext cx="1397287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681163"/>
            <a:ext cx="68535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2505075"/>
            <a:ext cx="6853544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681163"/>
            <a:ext cx="68872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2505075"/>
            <a:ext cx="688729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73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21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91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987426"/>
            <a:ext cx="820147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58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987426"/>
            <a:ext cx="820147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09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8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365125"/>
            <a:ext cx="3493219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365125"/>
            <a:ext cx="10277153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05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365126"/>
            <a:ext cx="139728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825625"/>
            <a:ext cx="139728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DE66E-59D7-7E4D-A746-C0F63A458D5C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6356351"/>
            <a:ext cx="546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12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81FB3E2-1706-85DF-074B-F6BBC16BFC5B}"/>
              </a:ext>
            </a:extLst>
          </p:cNvPr>
          <p:cNvSpPr/>
          <p:nvPr/>
        </p:nvSpPr>
        <p:spPr>
          <a:xfrm>
            <a:off x="7602651" y="1602202"/>
            <a:ext cx="1566000" cy="3310695"/>
          </a:xfrm>
          <a:prstGeom prst="rect">
            <a:avLst/>
          </a:prstGeom>
          <a:solidFill>
            <a:srgbClr val="FCECEA">
              <a:alpha val="9921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D124D0-0EA8-602A-463A-5A9BBCDD38AC}"/>
              </a:ext>
            </a:extLst>
          </p:cNvPr>
          <p:cNvSpPr/>
          <p:nvPr/>
        </p:nvSpPr>
        <p:spPr>
          <a:xfrm>
            <a:off x="6038827" y="1596569"/>
            <a:ext cx="1566000" cy="3310695"/>
          </a:xfrm>
          <a:prstGeom prst="rect">
            <a:avLst/>
          </a:prstGeom>
          <a:solidFill>
            <a:srgbClr val="E3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435E49-7CA6-D813-6FB4-953E0F44CA9B}"/>
              </a:ext>
            </a:extLst>
          </p:cNvPr>
          <p:cNvSpPr/>
          <p:nvPr/>
        </p:nvSpPr>
        <p:spPr>
          <a:xfrm>
            <a:off x="2636249" y="1601658"/>
            <a:ext cx="1566000" cy="3310695"/>
          </a:xfrm>
          <a:prstGeom prst="rect">
            <a:avLst/>
          </a:prstGeom>
          <a:solidFill>
            <a:srgbClr val="FCECEA">
              <a:alpha val="9921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8F96BA-06D0-8399-27EA-DB3873F80DB5}"/>
              </a:ext>
            </a:extLst>
          </p:cNvPr>
          <p:cNvSpPr/>
          <p:nvPr/>
        </p:nvSpPr>
        <p:spPr>
          <a:xfrm>
            <a:off x="1072425" y="1596025"/>
            <a:ext cx="1566000" cy="3310695"/>
          </a:xfrm>
          <a:prstGeom prst="rect">
            <a:avLst/>
          </a:prstGeom>
          <a:solidFill>
            <a:srgbClr val="E3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EFA72C-2739-E483-42D4-07D2DC83343F}"/>
              </a:ext>
            </a:extLst>
          </p:cNvPr>
          <p:cNvCxnSpPr>
            <a:cxnSpLocks/>
          </p:cNvCxnSpPr>
          <p:nvPr/>
        </p:nvCxnSpPr>
        <p:spPr>
          <a:xfrm>
            <a:off x="1072426" y="4906719"/>
            <a:ext cx="313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BBE91B-7E79-EC7D-BC51-ACB3BD92CCA8}"/>
              </a:ext>
            </a:extLst>
          </p:cNvPr>
          <p:cNvCxnSpPr>
            <a:cxnSpLocks/>
          </p:cNvCxnSpPr>
          <p:nvPr/>
        </p:nvCxnSpPr>
        <p:spPr>
          <a:xfrm flipV="1">
            <a:off x="1072426" y="1488018"/>
            <a:ext cx="0" cy="343105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956326-8861-F5F9-E445-293020B43F9C}"/>
              </a:ext>
            </a:extLst>
          </p:cNvPr>
          <p:cNvCxnSpPr>
            <a:cxnSpLocks/>
          </p:cNvCxnSpPr>
          <p:nvPr/>
        </p:nvCxnSpPr>
        <p:spPr>
          <a:xfrm>
            <a:off x="6038829" y="4919076"/>
            <a:ext cx="313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049C86-4A2D-57D2-B0FD-AAC9DEE6BAC4}"/>
              </a:ext>
            </a:extLst>
          </p:cNvPr>
          <p:cNvCxnSpPr>
            <a:cxnSpLocks/>
          </p:cNvCxnSpPr>
          <p:nvPr/>
        </p:nvCxnSpPr>
        <p:spPr>
          <a:xfrm flipV="1">
            <a:off x="6038829" y="1500375"/>
            <a:ext cx="0" cy="343105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FE656F-F64F-7098-5266-ADC2334390AA}"/>
              </a:ext>
            </a:extLst>
          </p:cNvPr>
          <p:cNvSpPr txBox="1"/>
          <p:nvPr/>
        </p:nvSpPr>
        <p:spPr>
          <a:xfrm rot="16200000">
            <a:off x="475100" y="3103662"/>
            <a:ext cx="80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5F85A-15D3-433A-28A1-789AD1ECE11A}"/>
              </a:ext>
            </a:extLst>
          </p:cNvPr>
          <p:cNvSpPr txBox="1"/>
          <p:nvPr/>
        </p:nvSpPr>
        <p:spPr>
          <a:xfrm>
            <a:off x="4597348" y="2734329"/>
            <a:ext cx="1081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External Influence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4D81DA-A4E7-61D8-FFDE-C09C5F4D3912}"/>
              </a:ext>
            </a:extLst>
          </p:cNvPr>
          <p:cNvCxnSpPr>
            <a:cxnSpLocks/>
          </p:cNvCxnSpPr>
          <p:nvPr/>
        </p:nvCxnSpPr>
        <p:spPr>
          <a:xfrm>
            <a:off x="4434742" y="3323237"/>
            <a:ext cx="12851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E30C73-6DD8-5909-8C51-7D90EBB09A24}"/>
              </a:ext>
            </a:extLst>
          </p:cNvPr>
          <p:cNvCxnSpPr>
            <a:cxnSpLocks/>
          </p:cNvCxnSpPr>
          <p:nvPr/>
        </p:nvCxnSpPr>
        <p:spPr>
          <a:xfrm flipH="1">
            <a:off x="1090123" y="3339808"/>
            <a:ext cx="31320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1240D4-6CBB-3D6E-6DBB-DC1EF47B7C31}"/>
              </a:ext>
            </a:extLst>
          </p:cNvPr>
          <p:cNvCxnSpPr>
            <a:cxnSpLocks/>
          </p:cNvCxnSpPr>
          <p:nvPr/>
        </p:nvCxnSpPr>
        <p:spPr>
          <a:xfrm flipH="1">
            <a:off x="6038830" y="3345707"/>
            <a:ext cx="316476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87C632-B757-06D2-A397-6CED5AC2B874}"/>
              </a:ext>
            </a:extLst>
          </p:cNvPr>
          <p:cNvSpPr txBox="1"/>
          <p:nvPr/>
        </p:nvSpPr>
        <p:spPr>
          <a:xfrm>
            <a:off x="1930959" y="1107542"/>
            <a:ext cx="1505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Spin-Symmetric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4C128-15EE-499C-25B2-306B9450CE8A}"/>
              </a:ext>
            </a:extLst>
          </p:cNvPr>
          <p:cNvSpPr txBox="1"/>
          <p:nvPr/>
        </p:nvSpPr>
        <p:spPr>
          <a:xfrm>
            <a:off x="6717530" y="1157183"/>
            <a:ext cx="209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Spin-Symmetry Broken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1B376C-FBA2-5B46-58F8-81CAD6717929}"/>
              </a:ext>
            </a:extLst>
          </p:cNvPr>
          <p:cNvCxnSpPr>
            <a:cxnSpLocks/>
          </p:cNvCxnSpPr>
          <p:nvPr/>
        </p:nvCxnSpPr>
        <p:spPr>
          <a:xfrm>
            <a:off x="2948032" y="3941071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96368C-D2E7-1C23-08D8-832122175420}"/>
              </a:ext>
            </a:extLst>
          </p:cNvPr>
          <p:cNvCxnSpPr>
            <a:cxnSpLocks/>
          </p:cNvCxnSpPr>
          <p:nvPr/>
        </p:nvCxnSpPr>
        <p:spPr>
          <a:xfrm>
            <a:off x="2948032" y="3457698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1E7319-E5E1-8C13-901C-6B1E9F5583F0}"/>
              </a:ext>
            </a:extLst>
          </p:cNvPr>
          <p:cNvCxnSpPr>
            <a:cxnSpLocks/>
          </p:cNvCxnSpPr>
          <p:nvPr/>
        </p:nvCxnSpPr>
        <p:spPr>
          <a:xfrm>
            <a:off x="2948032" y="2974324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64F848-7134-4D82-17D5-0861A5FE4D68}"/>
              </a:ext>
            </a:extLst>
          </p:cNvPr>
          <p:cNvCxnSpPr>
            <a:cxnSpLocks/>
          </p:cNvCxnSpPr>
          <p:nvPr/>
        </p:nvCxnSpPr>
        <p:spPr>
          <a:xfrm>
            <a:off x="2948032" y="2490950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06F0FF-B6BF-364D-DE19-06E3A5945644}"/>
              </a:ext>
            </a:extLst>
          </p:cNvPr>
          <p:cNvCxnSpPr>
            <a:cxnSpLocks/>
          </p:cNvCxnSpPr>
          <p:nvPr/>
        </p:nvCxnSpPr>
        <p:spPr>
          <a:xfrm>
            <a:off x="1446370" y="3931132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1ABBBA-798B-CAB2-58CB-A4FE64E7BABB}"/>
              </a:ext>
            </a:extLst>
          </p:cNvPr>
          <p:cNvSpPr txBox="1"/>
          <p:nvPr/>
        </p:nvSpPr>
        <p:spPr>
          <a:xfrm>
            <a:off x="7567706" y="2337154"/>
            <a:ext cx="104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Energy Split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8CEB74-46BD-562C-23EA-04C74B7D1D90}"/>
              </a:ext>
            </a:extLst>
          </p:cNvPr>
          <p:cNvSpPr txBox="1"/>
          <p:nvPr/>
        </p:nvSpPr>
        <p:spPr>
          <a:xfrm>
            <a:off x="1375733" y="4931434"/>
            <a:ext cx="10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⍺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00E650-C003-ABDA-FBA9-ACD6956A7BF6}"/>
              </a:ext>
            </a:extLst>
          </p:cNvPr>
          <p:cNvSpPr txBox="1"/>
          <p:nvPr/>
        </p:nvSpPr>
        <p:spPr>
          <a:xfrm>
            <a:off x="2889858" y="4944714"/>
            <a:ext cx="10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β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642E85-C8C7-3C13-3258-CF85099FE29B}"/>
              </a:ext>
            </a:extLst>
          </p:cNvPr>
          <p:cNvSpPr txBox="1"/>
          <p:nvPr/>
        </p:nvSpPr>
        <p:spPr>
          <a:xfrm>
            <a:off x="6212731" y="4922291"/>
            <a:ext cx="10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⍺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2368AA-A738-890D-383D-E8A709678020}"/>
              </a:ext>
            </a:extLst>
          </p:cNvPr>
          <p:cNvSpPr txBox="1"/>
          <p:nvPr/>
        </p:nvSpPr>
        <p:spPr>
          <a:xfrm>
            <a:off x="7972990" y="4919077"/>
            <a:ext cx="10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β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971BE0-3D9F-9C9E-3F42-E109E99FBD4A}"/>
              </a:ext>
            </a:extLst>
          </p:cNvPr>
          <p:cNvCxnSpPr>
            <a:cxnSpLocks/>
          </p:cNvCxnSpPr>
          <p:nvPr/>
        </p:nvCxnSpPr>
        <p:spPr>
          <a:xfrm>
            <a:off x="1446370" y="2972455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D16AC7F-D45A-1142-1D20-EBF252136485}"/>
              </a:ext>
            </a:extLst>
          </p:cNvPr>
          <p:cNvCxnSpPr>
            <a:cxnSpLocks/>
          </p:cNvCxnSpPr>
          <p:nvPr/>
        </p:nvCxnSpPr>
        <p:spPr>
          <a:xfrm>
            <a:off x="1446370" y="2493117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BB88FDD-1188-DC7C-6A70-EE212335ABF1}"/>
              </a:ext>
            </a:extLst>
          </p:cNvPr>
          <p:cNvCxnSpPr>
            <a:cxnSpLocks/>
          </p:cNvCxnSpPr>
          <p:nvPr/>
        </p:nvCxnSpPr>
        <p:spPr>
          <a:xfrm>
            <a:off x="1446370" y="3451793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5B91FBB-513C-249A-8B2E-EBC7B4D5BA07}"/>
              </a:ext>
            </a:extLst>
          </p:cNvPr>
          <p:cNvCxnSpPr>
            <a:cxnSpLocks/>
          </p:cNvCxnSpPr>
          <p:nvPr/>
        </p:nvCxnSpPr>
        <p:spPr>
          <a:xfrm>
            <a:off x="6371827" y="3722374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BC00D47-9B53-D536-DCA1-73B2E42E70EA}"/>
              </a:ext>
            </a:extLst>
          </p:cNvPr>
          <p:cNvCxnSpPr>
            <a:cxnSpLocks/>
          </p:cNvCxnSpPr>
          <p:nvPr/>
        </p:nvCxnSpPr>
        <p:spPr>
          <a:xfrm>
            <a:off x="6371827" y="2763697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88FA0B-B48C-8E49-2BD3-4AEC3A2EE52B}"/>
              </a:ext>
            </a:extLst>
          </p:cNvPr>
          <p:cNvCxnSpPr>
            <a:cxnSpLocks/>
          </p:cNvCxnSpPr>
          <p:nvPr/>
        </p:nvCxnSpPr>
        <p:spPr>
          <a:xfrm>
            <a:off x="6371827" y="2284359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8CF4D7-FF2D-D7BD-5A7A-43A667F773D1}"/>
              </a:ext>
            </a:extLst>
          </p:cNvPr>
          <p:cNvCxnSpPr>
            <a:cxnSpLocks/>
          </p:cNvCxnSpPr>
          <p:nvPr/>
        </p:nvCxnSpPr>
        <p:spPr>
          <a:xfrm>
            <a:off x="6371827" y="3243035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EF9EBA4-B4D1-47BB-C9D0-845002F9CB48}"/>
              </a:ext>
            </a:extLst>
          </p:cNvPr>
          <p:cNvSpPr txBox="1"/>
          <p:nvPr/>
        </p:nvSpPr>
        <p:spPr>
          <a:xfrm>
            <a:off x="3277850" y="3235705"/>
            <a:ext cx="35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⇂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6648A0E-CB41-B97B-8D2A-787449D43C29}"/>
              </a:ext>
            </a:extLst>
          </p:cNvPr>
          <p:cNvSpPr txBox="1"/>
          <p:nvPr/>
        </p:nvSpPr>
        <p:spPr>
          <a:xfrm>
            <a:off x="1693883" y="3707271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CA880AD-7D39-58DA-3113-F9E7F62DCDD0}"/>
              </a:ext>
            </a:extLst>
          </p:cNvPr>
          <p:cNvSpPr txBox="1"/>
          <p:nvPr/>
        </p:nvSpPr>
        <p:spPr>
          <a:xfrm>
            <a:off x="1710135" y="3238637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2B1A6A1-6BAD-FD9F-2697-D31B1448E058}"/>
              </a:ext>
            </a:extLst>
          </p:cNvPr>
          <p:cNvSpPr txBox="1"/>
          <p:nvPr/>
        </p:nvSpPr>
        <p:spPr>
          <a:xfrm>
            <a:off x="3283964" y="3715044"/>
            <a:ext cx="35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⇂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09F3B6-B4A3-4F71-637B-CD12C3803096}"/>
              </a:ext>
            </a:extLst>
          </p:cNvPr>
          <p:cNvGrpSpPr/>
          <p:nvPr/>
        </p:nvGrpSpPr>
        <p:grpSpPr>
          <a:xfrm>
            <a:off x="7939664" y="2603626"/>
            <a:ext cx="900000" cy="1694441"/>
            <a:chOff x="8537230" y="2915757"/>
            <a:chExt cx="900000" cy="169444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29F9A0F-A48D-E861-BE50-E088CDC78E7B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4365878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54F188C-984A-692F-16A9-9D850EF4A63C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882505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3B41E82-E7B1-9605-E7EC-5241B29D530D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399131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0CC9264-44E7-8EE4-3088-02526A15CB24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2915757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8658E04-8214-3FE4-D113-05B34E8E3280}"/>
                </a:ext>
              </a:extLst>
            </p:cNvPr>
            <p:cNvSpPr txBox="1"/>
            <p:nvPr/>
          </p:nvSpPr>
          <p:spPr>
            <a:xfrm>
              <a:off x="8845462" y="4148533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6C67D13-906C-337B-5062-13EF129C0D00}"/>
                </a:ext>
              </a:extLst>
            </p:cNvPr>
            <p:cNvSpPr txBox="1"/>
            <p:nvPr/>
          </p:nvSpPr>
          <p:spPr>
            <a:xfrm>
              <a:off x="8829129" y="3676015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139655A-F827-B5E4-4FE6-6A641DCC3950}"/>
              </a:ext>
            </a:extLst>
          </p:cNvPr>
          <p:cNvSpPr txBox="1"/>
          <p:nvPr/>
        </p:nvSpPr>
        <p:spPr>
          <a:xfrm>
            <a:off x="6670356" y="3477318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6C108437-CC2A-5F4C-0AEA-279F59E4176C}"/>
              </a:ext>
            </a:extLst>
          </p:cNvPr>
          <p:cNvCxnSpPr>
            <a:cxnSpLocks/>
          </p:cNvCxnSpPr>
          <p:nvPr/>
        </p:nvCxnSpPr>
        <p:spPr>
          <a:xfrm>
            <a:off x="7271828" y="2284359"/>
            <a:ext cx="667837" cy="3192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086BE44-D6C5-CB23-28BE-BF0583032C56}"/>
              </a:ext>
            </a:extLst>
          </p:cNvPr>
          <p:cNvSpPr/>
          <p:nvPr/>
        </p:nvSpPr>
        <p:spPr>
          <a:xfrm>
            <a:off x="12730630" y="1596025"/>
            <a:ext cx="1566000" cy="3310695"/>
          </a:xfrm>
          <a:prstGeom prst="rect">
            <a:avLst/>
          </a:prstGeom>
          <a:solidFill>
            <a:srgbClr val="FCECEA">
              <a:alpha val="9921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47846-92BC-3A7F-F6E0-4D36BD59CB76}"/>
              </a:ext>
            </a:extLst>
          </p:cNvPr>
          <p:cNvSpPr/>
          <p:nvPr/>
        </p:nvSpPr>
        <p:spPr>
          <a:xfrm>
            <a:off x="11166806" y="1590392"/>
            <a:ext cx="1566000" cy="3310695"/>
          </a:xfrm>
          <a:prstGeom prst="rect">
            <a:avLst/>
          </a:prstGeom>
          <a:solidFill>
            <a:srgbClr val="E3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308889-5F60-6F2A-BF03-2AF3CE97BF9F}"/>
              </a:ext>
            </a:extLst>
          </p:cNvPr>
          <p:cNvCxnSpPr>
            <a:cxnSpLocks/>
          </p:cNvCxnSpPr>
          <p:nvPr/>
        </p:nvCxnSpPr>
        <p:spPr>
          <a:xfrm>
            <a:off x="11166808" y="4912899"/>
            <a:ext cx="313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8E2C63-E359-2207-B308-B55350F0D2C7}"/>
              </a:ext>
            </a:extLst>
          </p:cNvPr>
          <p:cNvCxnSpPr>
            <a:cxnSpLocks/>
          </p:cNvCxnSpPr>
          <p:nvPr/>
        </p:nvCxnSpPr>
        <p:spPr>
          <a:xfrm flipV="1">
            <a:off x="11166808" y="1494198"/>
            <a:ext cx="0" cy="343105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910FA8-957C-E30D-BEBD-FC94F2556545}"/>
              </a:ext>
            </a:extLst>
          </p:cNvPr>
          <p:cNvCxnSpPr>
            <a:cxnSpLocks/>
          </p:cNvCxnSpPr>
          <p:nvPr/>
        </p:nvCxnSpPr>
        <p:spPr>
          <a:xfrm flipH="1">
            <a:off x="11166809" y="3339530"/>
            <a:ext cx="316476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000711A-1ACB-6F8E-181E-72A3A6809E76}"/>
              </a:ext>
            </a:extLst>
          </p:cNvPr>
          <p:cNvSpPr txBox="1"/>
          <p:nvPr/>
        </p:nvSpPr>
        <p:spPr>
          <a:xfrm>
            <a:off x="11170268" y="1165618"/>
            <a:ext cx="3861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Spin-Symmetry Broken and Amplified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0C217-3D42-CF6F-FD26-D0A257FF0EE2}"/>
              </a:ext>
            </a:extLst>
          </p:cNvPr>
          <p:cNvSpPr txBox="1"/>
          <p:nvPr/>
        </p:nvSpPr>
        <p:spPr>
          <a:xfrm>
            <a:off x="13009828" y="2039343"/>
            <a:ext cx="104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Energy Split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C3536E-FC1D-50D8-7293-29327DAC1113}"/>
              </a:ext>
            </a:extLst>
          </p:cNvPr>
          <p:cNvSpPr txBox="1"/>
          <p:nvPr/>
        </p:nvSpPr>
        <p:spPr>
          <a:xfrm>
            <a:off x="11340710" y="4916114"/>
            <a:ext cx="10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⍺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162F8A-8480-E9D0-EA71-837FBF23C2FF}"/>
              </a:ext>
            </a:extLst>
          </p:cNvPr>
          <p:cNvSpPr txBox="1"/>
          <p:nvPr/>
        </p:nvSpPr>
        <p:spPr>
          <a:xfrm>
            <a:off x="13100969" y="4912900"/>
            <a:ext cx="10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β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017AA2-9DDB-DBDE-4A33-E7F69D551DB6}"/>
              </a:ext>
            </a:extLst>
          </p:cNvPr>
          <p:cNvGrpSpPr/>
          <p:nvPr/>
        </p:nvGrpSpPr>
        <p:grpSpPr>
          <a:xfrm>
            <a:off x="13063630" y="2937758"/>
            <a:ext cx="900000" cy="1694441"/>
            <a:chOff x="8537230" y="2915757"/>
            <a:chExt cx="900000" cy="169444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AB60982-B838-68E9-98DB-0ECF4664C138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4365878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51DD465-B059-057A-3025-9EF47840DD9C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882505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B59EF8-7EE3-CC2C-797D-0BE4CDE646AC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399131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82C60BC-3FCE-70D9-D1E2-727EE8BD40E0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2915757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BB72DD-99EC-B4EB-DC20-CBB0B8DA1637}"/>
                </a:ext>
              </a:extLst>
            </p:cNvPr>
            <p:cNvSpPr txBox="1"/>
            <p:nvPr/>
          </p:nvSpPr>
          <p:spPr>
            <a:xfrm>
              <a:off x="8834446" y="4148533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32E1D0-893F-A575-A056-615FB6E1CC95}"/>
                </a:ext>
              </a:extLst>
            </p:cNvPr>
            <p:cNvSpPr txBox="1"/>
            <p:nvPr/>
          </p:nvSpPr>
          <p:spPr>
            <a:xfrm>
              <a:off x="8829129" y="3676015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376E3F-21AA-57BD-5509-4B6C2AB38DCD}"/>
              </a:ext>
            </a:extLst>
          </p:cNvPr>
          <p:cNvGrpSpPr/>
          <p:nvPr/>
        </p:nvGrpSpPr>
        <p:grpSpPr>
          <a:xfrm>
            <a:off x="11499806" y="1737213"/>
            <a:ext cx="900000" cy="1438015"/>
            <a:chOff x="11201228" y="2278182"/>
            <a:chExt cx="900000" cy="143801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11991F7-B0AD-7F4A-6A76-C9B1EE34D97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228" y="3716197"/>
              <a:ext cx="90000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3F6AD71-2E4C-ED5C-E6FB-B8E2D1E8419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228" y="2757520"/>
              <a:ext cx="90000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ECE422-8339-F082-FB46-F6E67DBA82E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228" y="2278182"/>
              <a:ext cx="90000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7E9DF1F-4786-E597-8CCF-505DDEAA4F4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228" y="3236858"/>
              <a:ext cx="90000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57FB54E-DF5A-4B4C-3E77-E13D2D5AE0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136340" y="1972994"/>
            <a:ext cx="1181479" cy="673102"/>
          </a:xfrm>
          <a:prstGeom prst="bentConnector3">
            <a:avLst>
              <a:gd name="adj1" fmla="val 531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3738305-A4B5-A9F8-97F3-CB406D285F0A}"/>
              </a:ext>
            </a:extLst>
          </p:cNvPr>
          <p:cNvSpPr txBox="1"/>
          <p:nvPr/>
        </p:nvSpPr>
        <p:spPr>
          <a:xfrm>
            <a:off x="14344671" y="3184615"/>
            <a:ext cx="121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Fermi Level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51892D-BCE8-D641-D4E1-DBA1D7E2D767}"/>
              </a:ext>
            </a:extLst>
          </p:cNvPr>
          <p:cNvSpPr txBox="1"/>
          <p:nvPr/>
        </p:nvSpPr>
        <p:spPr>
          <a:xfrm>
            <a:off x="9525176" y="2916227"/>
            <a:ext cx="128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Amplification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26E1DBC-2389-1755-E64B-D9D4CDBDD613}"/>
              </a:ext>
            </a:extLst>
          </p:cNvPr>
          <p:cNvCxnSpPr>
            <a:cxnSpLocks/>
          </p:cNvCxnSpPr>
          <p:nvPr/>
        </p:nvCxnSpPr>
        <p:spPr>
          <a:xfrm>
            <a:off x="9536212" y="3315378"/>
            <a:ext cx="12851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B958558-C3DD-E1C5-73EC-EF1979FCF444}"/>
              </a:ext>
            </a:extLst>
          </p:cNvPr>
          <p:cNvSpPr txBox="1"/>
          <p:nvPr/>
        </p:nvSpPr>
        <p:spPr>
          <a:xfrm>
            <a:off x="13355529" y="3219096"/>
            <a:ext cx="35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⇂</a:t>
            </a:r>
          </a:p>
        </p:txBody>
      </p:sp>
    </p:spTree>
    <p:extLst>
      <p:ext uri="{BB962C8B-B14F-4D97-AF65-F5344CB8AC3E}">
        <p14:creationId xmlns:p14="http://schemas.microsoft.com/office/powerpoint/2010/main" val="205561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</TotalTime>
  <Words>39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Jasmine Walke</dc:creator>
  <cp:lastModifiedBy>Bence Csakany</cp:lastModifiedBy>
  <cp:revision>9</cp:revision>
  <dcterms:created xsi:type="dcterms:W3CDTF">2026-02-02T20:21:45Z</dcterms:created>
  <dcterms:modified xsi:type="dcterms:W3CDTF">2026-03-19T18:16:25Z</dcterms:modified>
</cp:coreProperties>
</file>