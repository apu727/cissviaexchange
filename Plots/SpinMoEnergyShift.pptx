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CEA"/>
    <a:srgbClr val="E3EEFF"/>
    <a:srgbClr val="FFD8CF"/>
    <a:srgbClr val="E75A3D"/>
    <a:srgbClr val="C540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86"/>
  </p:normalViewPr>
  <p:slideViewPr>
    <p:cSldViewPr snapToGrid="0">
      <p:cViewPr>
        <p:scale>
          <a:sx n="84" d="100"/>
          <a:sy n="84" d="100"/>
        </p:scale>
        <p:origin x="1552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B2F8E-0899-8D3E-B378-727BCFDE40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677FB-F079-DC52-92DD-48F62786B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5409B-8F9D-73EB-7B2B-D7703C6BC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E66E-59D7-7E4D-A746-C0F63A458D5C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9E1B1-59E0-3810-41B8-09256EB3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8EF09-BFF9-9749-6240-B764C010A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DE37-7922-1C49-9815-2F217804F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3791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2B893-91E9-918F-C65B-7E6E47F30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9B485-216E-0651-940D-6F9137D00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56722-0150-249D-9515-C8E0B4ECD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E66E-59D7-7E4D-A746-C0F63A458D5C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FEAF2-6355-3464-9B34-A0DE337FC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140F5-A47F-A621-F643-DE3B5F04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DE37-7922-1C49-9815-2F217804F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533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8DF96-793D-3B76-500D-6D2C71AA6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95307A-C951-01F5-5429-A6399212C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AB76B-2899-B3E9-168C-A3DC6D24C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E66E-59D7-7E4D-A746-C0F63A458D5C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86175-A442-C737-67BD-A95FFD538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1CC4F-EF1E-DF60-A929-902203C31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DE37-7922-1C49-9815-2F217804F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1064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8E840-E3DA-F3D0-D761-B638B312A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1BC5E-1CC5-2229-5D91-D26FFD3CDA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5B0A99-077F-B881-76C6-AEB2FC779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08DB47-72B2-FD8A-0D3F-7657148E0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E66E-59D7-7E4D-A746-C0F63A458D5C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B76CC-11DA-7AF6-32FC-AC1008D98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EA728-B4D5-E010-718F-6D75F57C1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DE37-7922-1C49-9815-2F217804F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361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74ACF-E30B-3D29-6628-515FF5443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40C97-2889-B217-44E6-CCEEA0B9E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1C1E69-BB21-B958-54A2-42A83503E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556CE1-A505-8988-C9AC-9263CCFFA7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9B29E7-90E9-1AFF-6927-4F0683CD90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FF4F7-C063-563D-EECA-76B704B89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E66E-59D7-7E4D-A746-C0F63A458D5C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54E88A-ECD3-3746-1087-9DECEC385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B17312-66A1-513F-D619-2D9D509E3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DE37-7922-1C49-9815-2F217804F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2268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6D27B-7213-8F57-4D73-24D20F2D6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5CE1DB-8846-76F1-847A-892A6ECC9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E66E-59D7-7E4D-A746-C0F63A458D5C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14CB9A-F8D6-1A49-99D4-EA87EEB65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815DEE-137E-42F8-C90F-1E7A9A04E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DE37-7922-1C49-9815-2F217804F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9446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0F103D-83EB-5CF9-8E9B-2E26D1290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E66E-59D7-7E4D-A746-C0F63A458D5C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65DC50-4149-2CAC-CB8C-3D7CDC0A0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2F62C-3E89-8F10-14C5-9E9618190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DE37-7922-1C49-9815-2F217804F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7628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F8B33-F6CD-B26A-0A32-647CAA692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DEF11-B605-785D-CB55-E75EAC63B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D3081-3804-8781-3611-02B7209EC3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7A4377-FC58-FA60-49CF-9F9168E2B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E66E-59D7-7E4D-A746-C0F63A458D5C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EB101-E32C-6346-64ED-678691C30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3CE8A1-FFE6-91B6-0205-305236E9D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DE37-7922-1C49-9815-2F217804F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6834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B6873-0D37-E069-4F7D-952E3261D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874745-97DD-0DA9-C043-9ED2C1466F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4FD3-BFB2-CC3D-4CF8-F2A560E4E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DF820-FECA-DD26-3B0F-AF8265B7F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E66E-59D7-7E4D-A746-C0F63A458D5C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823320-65F5-71E1-0E67-9C52837AC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51A571-E6C8-9911-B300-666BED9B4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DE37-7922-1C49-9815-2F217804F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954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C52A7-3492-5B2C-BADD-1901E3A7C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BA431-B53B-4279-E0AC-EA77309AB8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403F8-3EEC-4A67-0615-59A256F3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E66E-59D7-7E4D-A746-C0F63A458D5C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C8160-6031-F58D-EBE8-F092D624B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C4DC8-D726-8F4E-D2FE-9A1BE98F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DE37-7922-1C49-9815-2F217804F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904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1EB6BC-7B49-9F85-2D57-D41A91FDE9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23D097-9340-FE66-E459-9E9B8BC6A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9D3A4-9DAA-C483-7A6B-C272723A2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E66E-59D7-7E4D-A746-C0F63A458D5C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BEDDB-75F2-B6D1-8004-38B6C3AB3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22A4A-0605-FEEA-B671-6C0942F2B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DE37-7922-1C49-9815-2F217804F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2038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CE8AFE-4EE4-7F8C-4F30-0B0A203E6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C1968-A872-249D-19FB-43ABE1C4B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336E8-01D4-F482-657A-F36744686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1DE66E-59D7-7E4D-A746-C0F63A458D5C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4E195-1393-52AC-040C-1B307E793C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40084-5CDC-D23C-BEC1-C665D10852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EDDE37-7922-1C49-9815-2F217804F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5801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081FB3E2-1706-85DF-074B-F6BBC16BFC5B}"/>
              </a:ext>
            </a:extLst>
          </p:cNvPr>
          <p:cNvSpPr/>
          <p:nvPr/>
        </p:nvSpPr>
        <p:spPr>
          <a:xfrm>
            <a:off x="8200217" y="1773651"/>
            <a:ext cx="1566000" cy="3310695"/>
          </a:xfrm>
          <a:prstGeom prst="rect">
            <a:avLst/>
          </a:prstGeom>
          <a:solidFill>
            <a:srgbClr val="FCECEA">
              <a:alpha val="9921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6D124D0-0EA8-602A-463A-5A9BBCDD38AC}"/>
              </a:ext>
            </a:extLst>
          </p:cNvPr>
          <p:cNvSpPr/>
          <p:nvPr/>
        </p:nvSpPr>
        <p:spPr>
          <a:xfrm>
            <a:off x="6636393" y="1768018"/>
            <a:ext cx="1566000" cy="3310695"/>
          </a:xfrm>
          <a:prstGeom prst="rect">
            <a:avLst/>
          </a:prstGeom>
          <a:solidFill>
            <a:srgbClr val="E3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E435E49-7CA6-D813-6FB4-953E0F44CA9B}"/>
              </a:ext>
            </a:extLst>
          </p:cNvPr>
          <p:cNvSpPr/>
          <p:nvPr/>
        </p:nvSpPr>
        <p:spPr>
          <a:xfrm>
            <a:off x="3233815" y="1773107"/>
            <a:ext cx="1566000" cy="3310695"/>
          </a:xfrm>
          <a:prstGeom prst="rect">
            <a:avLst/>
          </a:prstGeom>
          <a:solidFill>
            <a:srgbClr val="FCECEA">
              <a:alpha val="9921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08F96BA-06D0-8399-27EA-DB3873F80DB5}"/>
              </a:ext>
            </a:extLst>
          </p:cNvPr>
          <p:cNvSpPr/>
          <p:nvPr/>
        </p:nvSpPr>
        <p:spPr>
          <a:xfrm>
            <a:off x="1669991" y="1767474"/>
            <a:ext cx="1566000" cy="3310695"/>
          </a:xfrm>
          <a:prstGeom prst="rect">
            <a:avLst/>
          </a:prstGeom>
          <a:solidFill>
            <a:srgbClr val="E3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0EFA72C-2739-E483-42D4-07D2DC83343F}"/>
              </a:ext>
            </a:extLst>
          </p:cNvPr>
          <p:cNvCxnSpPr>
            <a:cxnSpLocks/>
          </p:cNvCxnSpPr>
          <p:nvPr/>
        </p:nvCxnSpPr>
        <p:spPr>
          <a:xfrm>
            <a:off x="1669992" y="5078169"/>
            <a:ext cx="313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BBE91B-7E79-EC7D-BC51-ACB3BD92CCA8}"/>
              </a:ext>
            </a:extLst>
          </p:cNvPr>
          <p:cNvCxnSpPr>
            <a:cxnSpLocks/>
          </p:cNvCxnSpPr>
          <p:nvPr/>
        </p:nvCxnSpPr>
        <p:spPr>
          <a:xfrm flipV="1">
            <a:off x="1669992" y="1659467"/>
            <a:ext cx="0" cy="3431059"/>
          </a:xfrm>
          <a:prstGeom prst="line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C956326-8861-F5F9-E445-293020B43F9C}"/>
              </a:ext>
            </a:extLst>
          </p:cNvPr>
          <p:cNvCxnSpPr>
            <a:cxnSpLocks/>
          </p:cNvCxnSpPr>
          <p:nvPr/>
        </p:nvCxnSpPr>
        <p:spPr>
          <a:xfrm>
            <a:off x="6636395" y="5090526"/>
            <a:ext cx="313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049C86-4A2D-57D2-B0FD-AAC9DEE6BAC4}"/>
              </a:ext>
            </a:extLst>
          </p:cNvPr>
          <p:cNvCxnSpPr>
            <a:cxnSpLocks/>
          </p:cNvCxnSpPr>
          <p:nvPr/>
        </p:nvCxnSpPr>
        <p:spPr>
          <a:xfrm flipV="1">
            <a:off x="6636395" y="1671824"/>
            <a:ext cx="0" cy="3431059"/>
          </a:xfrm>
          <a:prstGeom prst="line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DFE656F-F64F-7098-5266-ADC2334390AA}"/>
              </a:ext>
            </a:extLst>
          </p:cNvPr>
          <p:cNvSpPr txBox="1"/>
          <p:nvPr/>
        </p:nvSpPr>
        <p:spPr>
          <a:xfrm rot="16200000">
            <a:off x="1072665" y="3275111"/>
            <a:ext cx="801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Energy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A5F85A-15D3-433A-28A1-789AD1ECE11A}"/>
              </a:ext>
            </a:extLst>
          </p:cNvPr>
          <p:cNvSpPr txBox="1"/>
          <p:nvPr/>
        </p:nvSpPr>
        <p:spPr>
          <a:xfrm>
            <a:off x="5194914" y="2905779"/>
            <a:ext cx="1081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External Influence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A4D81DA-A4E7-61D8-FFDE-C09C5F4D3912}"/>
              </a:ext>
            </a:extLst>
          </p:cNvPr>
          <p:cNvCxnSpPr>
            <a:cxnSpLocks/>
          </p:cNvCxnSpPr>
          <p:nvPr/>
        </p:nvCxnSpPr>
        <p:spPr>
          <a:xfrm>
            <a:off x="5032307" y="3494687"/>
            <a:ext cx="128510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CE30C73-6DD8-5909-8C51-7D90EBB09A24}"/>
              </a:ext>
            </a:extLst>
          </p:cNvPr>
          <p:cNvCxnSpPr>
            <a:cxnSpLocks/>
          </p:cNvCxnSpPr>
          <p:nvPr/>
        </p:nvCxnSpPr>
        <p:spPr>
          <a:xfrm flipH="1">
            <a:off x="1687689" y="3511258"/>
            <a:ext cx="3132000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31240D4-6CBB-3D6E-6DBB-DC1EF47B7C31}"/>
              </a:ext>
            </a:extLst>
          </p:cNvPr>
          <p:cNvCxnSpPr>
            <a:cxnSpLocks/>
          </p:cNvCxnSpPr>
          <p:nvPr/>
        </p:nvCxnSpPr>
        <p:spPr>
          <a:xfrm flipH="1">
            <a:off x="6636395" y="3517157"/>
            <a:ext cx="3164767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D87C632-B757-06D2-A397-6CED5AC2B874}"/>
              </a:ext>
            </a:extLst>
          </p:cNvPr>
          <p:cNvSpPr txBox="1"/>
          <p:nvPr/>
        </p:nvSpPr>
        <p:spPr>
          <a:xfrm>
            <a:off x="2528524" y="1278991"/>
            <a:ext cx="1505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Spin-Symmetric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94C128-15EE-499C-25B2-306B9450CE8A}"/>
              </a:ext>
            </a:extLst>
          </p:cNvPr>
          <p:cNvSpPr txBox="1"/>
          <p:nvPr/>
        </p:nvSpPr>
        <p:spPr>
          <a:xfrm>
            <a:off x="7315096" y="1328632"/>
            <a:ext cx="2095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Spin-Symmetry Broken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E1B376C-FBA2-5B46-58F8-81CAD6717929}"/>
              </a:ext>
            </a:extLst>
          </p:cNvPr>
          <p:cNvCxnSpPr>
            <a:cxnSpLocks/>
          </p:cNvCxnSpPr>
          <p:nvPr/>
        </p:nvCxnSpPr>
        <p:spPr>
          <a:xfrm>
            <a:off x="3545598" y="4112521"/>
            <a:ext cx="900000" cy="0"/>
          </a:xfrm>
          <a:prstGeom prst="line">
            <a:avLst/>
          </a:prstGeom>
          <a:ln w="28575">
            <a:solidFill>
              <a:srgbClr val="E75A3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096368C-D2E7-1C23-08D8-832122175420}"/>
              </a:ext>
            </a:extLst>
          </p:cNvPr>
          <p:cNvCxnSpPr>
            <a:cxnSpLocks/>
          </p:cNvCxnSpPr>
          <p:nvPr/>
        </p:nvCxnSpPr>
        <p:spPr>
          <a:xfrm>
            <a:off x="3545598" y="3629148"/>
            <a:ext cx="900000" cy="0"/>
          </a:xfrm>
          <a:prstGeom prst="line">
            <a:avLst/>
          </a:prstGeom>
          <a:ln w="28575">
            <a:solidFill>
              <a:srgbClr val="E75A3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D1E7319-E5E1-8C13-901C-6B1E9F5583F0}"/>
              </a:ext>
            </a:extLst>
          </p:cNvPr>
          <p:cNvCxnSpPr>
            <a:cxnSpLocks/>
          </p:cNvCxnSpPr>
          <p:nvPr/>
        </p:nvCxnSpPr>
        <p:spPr>
          <a:xfrm>
            <a:off x="3545598" y="3145774"/>
            <a:ext cx="900000" cy="0"/>
          </a:xfrm>
          <a:prstGeom prst="line">
            <a:avLst/>
          </a:prstGeom>
          <a:ln w="28575">
            <a:solidFill>
              <a:srgbClr val="E75A3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C64F848-7134-4D82-17D5-0861A5FE4D68}"/>
              </a:ext>
            </a:extLst>
          </p:cNvPr>
          <p:cNvCxnSpPr>
            <a:cxnSpLocks/>
          </p:cNvCxnSpPr>
          <p:nvPr/>
        </p:nvCxnSpPr>
        <p:spPr>
          <a:xfrm>
            <a:off x="3545598" y="2662400"/>
            <a:ext cx="900000" cy="0"/>
          </a:xfrm>
          <a:prstGeom prst="line">
            <a:avLst/>
          </a:prstGeom>
          <a:ln w="28575">
            <a:solidFill>
              <a:srgbClr val="E75A3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306F0FF-B6BF-364D-DE19-06E3A5945644}"/>
              </a:ext>
            </a:extLst>
          </p:cNvPr>
          <p:cNvCxnSpPr>
            <a:cxnSpLocks/>
          </p:cNvCxnSpPr>
          <p:nvPr/>
        </p:nvCxnSpPr>
        <p:spPr>
          <a:xfrm>
            <a:off x="2043936" y="4102582"/>
            <a:ext cx="900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D1ABBBA-798B-CAB2-58CB-A4FE64E7BABB}"/>
              </a:ext>
            </a:extLst>
          </p:cNvPr>
          <p:cNvSpPr txBox="1"/>
          <p:nvPr/>
        </p:nvSpPr>
        <p:spPr>
          <a:xfrm>
            <a:off x="8165272" y="2508603"/>
            <a:ext cx="104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Energy Split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8CEB74-46BD-562C-23EA-04C74B7D1D90}"/>
              </a:ext>
            </a:extLst>
          </p:cNvPr>
          <p:cNvSpPr txBox="1"/>
          <p:nvPr/>
        </p:nvSpPr>
        <p:spPr>
          <a:xfrm>
            <a:off x="1973298" y="5102883"/>
            <a:ext cx="1009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⍺ Orbitals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000E650-C003-ABDA-FBA9-ACD6956A7BF6}"/>
              </a:ext>
            </a:extLst>
          </p:cNvPr>
          <p:cNvSpPr txBox="1"/>
          <p:nvPr/>
        </p:nvSpPr>
        <p:spPr>
          <a:xfrm>
            <a:off x="3487424" y="5116163"/>
            <a:ext cx="10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β Orbitals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E642E85-C8C7-3C13-3258-CF85099FE29B}"/>
              </a:ext>
            </a:extLst>
          </p:cNvPr>
          <p:cNvSpPr txBox="1"/>
          <p:nvPr/>
        </p:nvSpPr>
        <p:spPr>
          <a:xfrm>
            <a:off x="6810296" y="5093740"/>
            <a:ext cx="1009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⍺ Orbitals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22368AA-A738-890D-383D-E8A709678020}"/>
              </a:ext>
            </a:extLst>
          </p:cNvPr>
          <p:cNvSpPr txBox="1"/>
          <p:nvPr/>
        </p:nvSpPr>
        <p:spPr>
          <a:xfrm>
            <a:off x="8570556" y="5090526"/>
            <a:ext cx="10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β Orbitals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E971BE0-3D9F-9C9E-3F42-E109E99FBD4A}"/>
              </a:ext>
            </a:extLst>
          </p:cNvPr>
          <p:cNvCxnSpPr>
            <a:cxnSpLocks/>
          </p:cNvCxnSpPr>
          <p:nvPr/>
        </p:nvCxnSpPr>
        <p:spPr>
          <a:xfrm>
            <a:off x="2043936" y="3143905"/>
            <a:ext cx="900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D16AC7F-D45A-1142-1D20-EBF252136485}"/>
              </a:ext>
            </a:extLst>
          </p:cNvPr>
          <p:cNvCxnSpPr>
            <a:cxnSpLocks/>
          </p:cNvCxnSpPr>
          <p:nvPr/>
        </p:nvCxnSpPr>
        <p:spPr>
          <a:xfrm>
            <a:off x="2043936" y="2664567"/>
            <a:ext cx="900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BB88FDD-1188-DC7C-6A70-EE212335ABF1}"/>
              </a:ext>
            </a:extLst>
          </p:cNvPr>
          <p:cNvCxnSpPr>
            <a:cxnSpLocks/>
          </p:cNvCxnSpPr>
          <p:nvPr/>
        </p:nvCxnSpPr>
        <p:spPr>
          <a:xfrm>
            <a:off x="2043936" y="3623243"/>
            <a:ext cx="900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5B91FBB-513C-249A-8B2E-EBC7B4D5BA07}"/>
              </a:ext>
            </a:extLst>
          </p:cNvPr>
          <p:cNvCxnSpPr>
            <a:cxnSpLocks/>
          </p:cNvCxnSpPr>
          <p:nvPr/>
        </p:nvCxnSpPr>
        <p:spPr>
          <a:xfrm>
            <a:off x="6969393" y="3893824"/>
            <a:ext cx="900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BC00D47-9B53-D536-DCA1-73B2E42E70EA}"/>
              </a:ext>
            </a:extLst>
          </p:cNvPr>
          <p:cNvCxnSpPr>
            <a:cxnSpLocks/>
          </p:cNvCxnSpPr>
          <p:nvPr/>
        </p:nvCxnSpPr>
        <p:spPr>
          <a:xfrm>
            <a:off x="6969393" y="2935147"/>
            <a:ext cx="900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C888FA0B-B48C-8E49-2BD3-4AEC3A2EE52B}"/>
              </a:ext>
            </a:extLst>
          </p:cNvPr>
          <p:cNvCxnSpPr>
            <a:cxnSpLocks/>
          </p:cNvCxnSpPr>
          <p:nvPr/>
        </p:nvCxnSpPr>
        <p:spPr>
          <a:xfrm>
            <a:off x="6969393" y="2455809"/>
            <a:ext cx="900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68CF4D7-FF2D-D7BD-5A7A-43A667F773D1}"/>
              </a:ext>
            </a:extLst>
          </p:cNvPr>
          <p:cNvCxnSpPr>
            <a:cxnSpLocks/>
          </p:cNvCxnSpPr>
          <p:nvPr/>
        </p:nvCxnSpPr>
        <p:spPr>
          <a:xfrm>
            <a:off x="6969393" y="3414485"/>
            <a:ext cx="900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8EF9EBA4-B4D1-47BB-C9D0-845002F9CB48}"/>
              </a:ext>
            </a:extLst>
          </p:cNvPr>
          <p:cNvSpPr txBox="1"/>
          <p:nvPr/>
        </p:nvSpPr>
        <p:spPr>
          <a:xfrm>
            <a:off x="3875416" y="3407154"/>
            <a:ext cx="358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⇂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6648A0E-CB41-B97B-8D2A-787449D43C29}"/>
              </a:ext>
            </a:extLst>
          </p:cNvPr>
          <p:cNvSpPr txBox="1"/>
          <p:nvPr/>
        </p:nvSpPr>
        <p:spPr>
          <a:xfrm>
            <a:off x="2291449" y="3878720"/>
            <a:ext cx="302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↿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CA880AD-7D39-58DA-3113-F9E7F62DCDD0}"/>
              </a:ext>
            </a:extLst>
          </p:cNvPr>
          <p:cNvSpPr txBox="1"/>
          <p:nvPr/>
        </p:nvSpPr>
        <p:spPr>
          <a:xfrm>
            <a:off x="2307701" y="3410086"/>
            <a:ext cx="302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↿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2B1A6A1-6BAD-FD9F-2697-D31B1448E058}"/>
              </a:ext>
            </a:extLst>
          </p:cNvPr>
          <p:cNvSpPr txBox="1"/>
          <p:nvPr/>
        </p:nvSpPr>
        <p:spPr>
          <a:xfrm>
            <a:off x="3881530" y="3886493"/>
            <a:ext cx="358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⇂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E09F3B6-B4A3-4F71-637B-CD12C3803096}"/>
              </a:ext>
            </a:extLst>
          </p:cNvPr>
          <p:cNvGrpSpPr/>
          <p:nvPr/>
        </p:nvGrpSpPr>
        <p:grpSpPr>
          <a:xfrm>
            <a:off x="8537230" y="2775075"/>
            <a:ext cx="900000" cy="1694441"/>
            <a:chOff x="8537230" y="2915757"/>
            <a:chExt cx="900000" cy="1694441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29F9A0F-A48D-E861-BE50-E088CDC78E7B}"/>
                </a:ext>
              </a:extLst>
            </p:cNvPr>
            <p:cNvCxnSpPr>
              <a:cxnSpLocks/>
            </p:cNvCxnSpPr>
            <p:nvPr/>
          </p:nvCxnSpPr>
          <p:spPr>
            <a:xfrm>
              <a:off x="8537230" y="4365878"/>
              <a:ext cx="900000" cy="0"/>
            </a:xfrm>
            <a:prstGeom prst="line">
              <a:avLst/>
            </a:prstGeom>
            <a:ln w="28575">
              <a:solidFill>
                <a:srgbClr val="E75A3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C54F188C-984A-692F-16A9-9D850EF4A63C}"/>
                </a:ext>
              </a:extLst>
            </p:cNvPr>
            <p:cNvCxnSpPr>
              <a:cxnSpLocks/>
            </p:cNvCxnSpPr>
            <p:nvPr/>
          </p:nvCxnSpPr>
          <p:spPr>
            <a:xfrm>
              <a:off x="8537230" y="3882505"/>
              <a:ext cx="900000" cy="0"/>
            </a:xfrm>
            <a:prstGeom prst="line">
              <a:avLst/>
            </a:prstGeom>
            <a:ln w="28575">
              <a:solidFill>
                <a:srgbClr val="E75A3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3B41E82-E7B1-9605-E7EC-5241B29D530D}"/>
                </a:ext>
              </a:extLst>
            </p:cNvPr>
            <p:cNvCxnSpPr>
              <a:cxnSpLocks/>
            </p:cNvCxnSpPr>
            <p:nvPr/>
          </p:nvCxnSpPr>
          <p:spPr>
            <a:xfrm>
              <a:off x="8537230" y="3399131"/>
              <a:ext cx="900000" cy="0"/>
            </a:xfrm>
            <a:prstGeom prst="line">
              <a:avLst/>
            </a:prstGeom>
            <a:ln w="28575">
              <a:solidFill>
                <a:srgbClr val="E75A3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0CC9264-44E7-8EE4-3088-02526A15CB24}"/>
                </a:ext>
              </a:extLst>
            </p:cNvPr>
            <p:cNvCxnSpPr>
              <a:cxnSpLocks/>
            </p:cNvCxnSpPr>
            <p:nvPr/>
          </p:nvCxnSpPr>
          <p:spPr>
            <a:xfrm>
              <a:off x="8537230" y="2915757"/>
              <a:ext cx="900000" cy="0"/>
            </a:xfrm>
            <a:prstGeom prst="line">
              <a:avLst/>
            </a:prstGeom>
            <a:ln w="28575">
              <a:solidFill>
                <a:srgbClr val="E75A3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88658E04-8214-3FE4-D113-05B34E8E3280}"/>
                </a:ext>
              </a:extLst>
            </p:cNvPr>
            <p:cNvSpPr txBox="1"/>
            <p:nvPr/>
          </p:nvSpPr>
          <p:spPr>
            <a:xfrm>
              <a:off x="8845462" y="4148533"/>
              <a:ext cx="3583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>
                  <a:latin typeface="Arial" panose="020B0604020202020204" pitchFamily="34" charset="0"/>
                  <a:cs typeface="Arial" panose="020B0604020202020204" pitchFamily="34" charset="0"/>
                </a:rPr>
                <a:t>⇂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56C67D13-906C-337B-5062-13EF129C0D00}"/>
                </a:ext>
              </a:extLst>
            </p:cNvPr>
            <p:cNvSpPr txBox="1"/>
            <p:nvPr/>
          </p:nvSpPr>
          <p:spPr>
            <a:xfrm>
              <a:off x="8829129" y="3676015"/>
              <a:ext cx="3583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>
                  <a:latin typeface="Arial" panose="020B0604020202020204" pitchFamily="34" charset="0"/>
                  <a:cs typeface="Arial" panose="020B0604020202020204" pitchFamily="34" charset="0"/>
                </a:rPr>
                <a:t>⇂</a:t>
              </a:r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B139655A-F827-B5E4-4FE6-6A641DCC3950}"/>
              </a:ext>
            </a:extLst>
          </p:cNvPr>
          <p:cNvSpPr txBox="1"/>
          <p:nvPr/>
        </p:nvSpPr>
        <p:spPr>
          <a:xfrm>
            <a:off x="7267922" y="3648767"/>
            <a:ext cx="302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↿</a:t>
            </a:r>
          </a:p>
        </p:txBody>
      </p: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6C108437-CC2A-5F4C-0AEA-279F59E4176C}"/>
              </a:ext>
            </a:extLst>
          </p:cNvPr>
          <p:cNvCxnSpPr>
            <a:cxnSpLocks/>
          </p:cNvCxnSpPr>
          <p:nvPr/>
        </p:nvCxnSpPr>
        <p:spPr>
          <a:xfrm>
            <a:off x="7869393" y="2455809"/>
            <a:ext cx="667837" cy="319266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CE27C5AE-16FA-3DC2-157C-4ADE6F681A05}"/>
              </a:ext>
            </a:extLst>
          </p:cNvPr>
          <p:cNvSpPr txBox="1"/>
          <p:nvPr/>
        </p:nvSpPr>
        <p:spPr>
          <a:xfrm>
            <a:off x="9814257" y="3362241"/>
            <a:ext cx="1218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Fermi Level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614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25</Words>
  <Application>Microsoft Macintosh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Jasmine Walke</dc:creator>
  <cp:lastModifiedBy>Bence Csakany</cp:lastModifiedBy>
  <cp:revision>6</cp:revision>
  <dcterms:created xsi:type="dcterms:W3CDTF">2026-02-02T20:21:45Z</dcterms:created>
  <dcterms:modified xsi:type="dcterms:W3CDTF">2026-02-04T19:29:38Z</dcterms:modified>
</cp:coreProperties>
</file>